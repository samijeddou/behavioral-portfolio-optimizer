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 Perspectives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Put option / Call option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Safety collar (long put + short call)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Aggressive collar (long call + short put)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Straddle (long call + long put)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Strangle (long call + long put, diff strikes)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(capped or uncapped)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Custom composer (calls, puts, digitals, ZCBs)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to optimise without derivatives — Portfolio (1) only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13716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0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97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716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The probability of the portfolio return falling below threshold H must not exceed α.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Set H (loss threshold) and α (max probability) using the sliders.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2240280"/>
            <a:ext cx="4572000" cy="13716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2951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5877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8620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The expected loss in the worst α% of scenarios below H must not exceed L.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Set H, α, and L using the sliders.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730752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730752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08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216" y="749808"/>
            <a:ext cx="256956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</a:rPr>
              <a:t>   |   📧  sami.jeddou@protonmail.com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