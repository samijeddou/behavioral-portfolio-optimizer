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0" r:id="rId2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816418"/>
          </a:xfrm>
          <a:prstGeom prst="rect">
            <a:avLst/>
          </a:prstGeom>
        </p:spPr>
      </p:pic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77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1887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04825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3591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218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5295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640080" y="3610000"/>
            <a:ext cx="3154240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🚀 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0165"/>
          </a:xfrm>
          <a:prstGeom prst="rect">
            <a:avLst/>
          </a:prstGeom>
        </p:spPr>
      </p:pic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669" y="749808"/>
            <a:ext cx="2032661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📚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